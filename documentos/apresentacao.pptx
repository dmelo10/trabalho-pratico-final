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t>Sistema de Gerenciamento de Tarefas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474720"/>
            <a:ext cx="3657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Plano de Gerenciamento de Configuração e Pipeline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Gerência de Configuração e Evolução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Dezembro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Objetivos do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dirty="0" err="1"/>
              <a:t>Criar</a:t>
            </a:r>
            <a:r>
              <a:rPr dirty="0"/>
              <a:t> um Plano de </a:t>
            </a:r>
            <a:r>
              <a:rPr dirty="0" err="1"/>
              <a:t>Gerenciamento</a:t>
            </a:r>
            <a:r>
              <a:rPr dirty="0"/>
              <a:t> de </a:t>
            </a:r>
            <a:r>
              <a:rPr dirty="0" err="1"/>
              <a:t>Configuração</a:t>
            </a:r>
            <a:r>
              <a:rPr dirty="0"/>
              <a:t> </a:t>
            </a:r>
            <a:r>
              <a:rPr dirty="0" err="1"/>
              <a:t>completo</a:t>
            </a:r>
            <a:endParaRPr dirty="0"/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dirty="0" err="1"/>
              <a:t>Implementar</a:t>
            </a:r>
            <a:r>
              <a:rPr dirty="0"/>
              <a:t> pipeline CI/CD </a:t>
            </a:r>
            <a:r>
              <a:rPr dirty="0" err="1"/>
              <a:t>automatizado</a:t>
            </a:r>
            <a:endParaRPr dirty="0"/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dirty="0" err="1"/>
              <a:t>Configurar</a:t>
            </a:r>
            <a:r>
              <a:rPr dirty="0"/>
              <a:t> testes </a:t>
            </a:r>
            <a:r>
              <a:rPr dirty="0" err="1"/>
              <a:t>automatizados</a:t>
            </a:r>
            <a:r>
              <a:rPr dirty="0"/>
              <a:t> (</a:t>
            </a:r>
            <a:r>
              <a:rPr dirty="0" err="1"/>
              <a:t>unidade</a:t>
            </a:r>
            <a:r>
              <a:rPr dirty="0"/>
              <a:t>, </a:t>
            </a:r>
            <a:r>
              <a:rPr dirty="0" err="1"/>
              <a:t>integração</a:t>
            </a:r>
            <a:r>
              <a:rPr dirty="0"/>
              <a:t>, </a:t>
            </a:r>
            <a:r>
              <a:rPr dirty="0" err="1"/>
              <a:t>aceitação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containerização</a:t>
            </a:r>
            <a:r>
              <a:rPr dirty="0"/>
              <a:t> com Docker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princípios</a:t>
            </a:r>
            <a:r>
              <a:rPr dirty="0"/>
              <a:t> de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Sistema de Gerenciamento de Tarefas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1697901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Aplicação web desenvolvida em Python/Flask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10+ classes/arquivos, 20+ métodos/funções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Arquitetura em camadas (Models, Services, Database)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Interface web moderna e responsiva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Funcionalidades: CRUD de tarefas, categorias, usuários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Plano de Gerenciamento de Configuração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3029034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Versionamento Semântico (SemVer)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Formato: MAJOR.MINOR.PATCH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Estrutura de branches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main: código estável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feature/*: novas funcionalidades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bugfix/*: correções de bugs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hotfix/*: correções urgentes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Processo de Pull Request e Code Review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CCB (Conselho de Controle de Mudanças)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Ferramentas e Tecnologias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234679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rPr sz="1600" dirty="0"/>
              <a:t>Git &amp; GitHub</a:t>
            </a:r>
            <a:br>
              <a:rPr sz="1600" dirty="0"/>
            </a:br>
            <a:r>
              <a:rPr sz="1600" dirty="0"/>
              <a:t>Controle de </a:t>
            </a:r>
            <a:r>
              <a:rPr sz="1600" dirty="0" err="1"/>
              <a:t>versão</a:t>
            </a:r>
            <a:endParaRPr sz="1600" dirty="0"/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 dirty="0"/>
              <a:t>Python 3.11</a:t>
            </a:r>
            <a:br>
              <a:rPr sz="1600" dirty="0"/>
            </a:br>
            <a:r>
              <a:rPr sz="1600" dirty="0" err="1"/>
              <a:t>Linguagem</a:t>
            </a:r>
            <a:r>
              <a:rPr sz="1600" dirty="0"/>
              <a:t> de </a:t>
            </a:r>
            <a:r>
              <a:rPr sz="1600" dirty="0" err="1"/>
              <a:t>programação</a:t>
            </a:r>
            <a:endParaRPr sz="1600" dirty="0"/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 dirty="0"/>
              <a:t>Flask 3.0.0</a:t>
            </a:r>
            <a:br>
              <a:rPr sz="1600" dirty="0"/>
            </a:br>
            <a:r>
              <a:rPr sz="1600" dirty="0"/>
              <a:t>Framework web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 dirty="0" err="1"/>
              <a:t>pytest</a:t>
            </a:r>
            <a:r>
              <a:rPr sz="1600" dirty="0"/>
              <a:t> 7.4.3</a:t>
            </a:r>
            <a:br>
              <a:rPr sz="1600" dirty="0"/>
            </a:br>
            <a:r>
              <a:rPr sz="1600" dirty="0"/>
              <a:t>Framework de testes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18288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840480" cy="234679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rPr sz="1600"/>
              <a:t>Docker</a:t>
            </a:r>
            <a:br>
              <a:rPr sz="1600"/>
            </a:br>
            <a:r>
              <a:rPr sz="1600"/>
              <a:t>Containerização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GitHub Actions</a:t>
            </a:r>
            <a:br>
              <a:rPr sz="1600"/>
            </a:br>
            <a:r>
              <a:rPr sz="1600"/>
              <a:t>CI/CD Pipeline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pytest-cov</a:t>
            </a:r>
            <a:br>
              <a:rPr sz="1600"/>
            </a:br>
            <a:r>
              <a:rPr sz="1600"/>
              <a:t>Cobertura de código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Python-pptx</a:t>
            </a:r>
            <a:br>
              <a:rPr sz="1600"/>
            </a:br>
            <a:r>
              <a:rPr sz="1600"/>
              <a:t>Geração de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Pipeline CI/CD - Etapa de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3365024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1. Build da Aplicação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Compilação de todos os arquivos Python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Verificação de sintaxe e erros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2. Testes de Unidade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test_models.py (7 testes)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test_services.py (13 testes)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3. Testes de Integração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test_integration.py (9 testes)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4. Relatório de Cobertura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Geração de relatórios HTML e XML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Pipeline CI/CD - Testes de Aceitação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332655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Execução de testes end-to-end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Fluxo completo do sistema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Validação de requisitos funcionais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Verificação de Requisitos Funcionais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CRUD completo de tarefas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Gerenciamento de categorias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Operações de usuários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Verificação de Requisitos Não-Funcionais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Performance (&lt; 1s para operações básicas)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Disponibilidade do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Pipeline CI/CD - Etapa de Lançamento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3675365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1. Build da Imagem Docker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Criação da imagem containerizada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Tagging com versão e SHA do commit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2. Verificação da Imagem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Teste de execução do container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Validação do health check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3. Preparação de Artefatos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Pacote de deploy gerado automaticamente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Documentação de instalação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4. Entrega do Sistema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Artefatos disponíveis para download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Estratégia de Testes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3470181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rPr sz="1600"/>
              <a:t>Testes de Unidade</a:t>
            </a:r>
            <a:br>
              <a:rPr sz="1600"/>
            </a:br>
            <a:r>
              <a:rPr sz="1600"/>
              <a:t>20 testes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Modelos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Task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User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Category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Serviços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TaskService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UserService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  - CategoryService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Cobertura: 79%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18288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840480" cy="3406061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rPr sz="1600"/>
              <a:t>Testes de Integração</a:t>
            </a:r>
            <a:br>
              <a:rPr sz="1600"/>
            </a:br>
            <a:r>
              <a:rPr sz="1600"/>
              <a:t>9 testes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API REST completa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Endpoints testados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Health check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Testes de Aceitação</a:t>
            </a:r>
            <a:br>
              <a:rPr sz="1600"/>
            </a:br>
            <a:r>
              <a:rPr sz="1600"/>
              <a:t>3 testes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Fluxo completo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Performance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Requisitos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Containerização com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3636893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Dockerfile configurado para produção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Base: Python 3.11-slim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Instalação automática de dependências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Otimização de camadas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Configuração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Porta 5000 exposta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Variáveis de ambiente configuradas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Comando de inicialização otimizado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Automação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Build e deploy automatizados no pipeline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Imagem testada antes do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Resultados Alcançados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2872581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Plano de Gerenciamento de Configuração completo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Pipeline CI/CD automatizado com 3 etapas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43 testes automatizados implementados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Cobertura de código de 79%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Containerização com Docker funcional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Integração e entrega contínua implementadas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Documentação completa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Processo de versionamento semântico estabelecido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Lições Aprendidas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4955203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Gerenciamento de Configuração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Fundamental desde o início do projeto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Facilita rastreabilidade e manutenção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Automação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Reduz erros humanos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Acelera o desenvolvimento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Testes Automatizados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Garantem qualidade do código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Permitem refatoração com confiança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CI/CD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Melhora confiabilidade do deploy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Feedback rápido sobre problemas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sz="1600"/>
              <a:t>Containerização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Facilita deploy e manutenção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600"/>
              <a:t>• Garante consistência entre ambientes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3366"/>
                </a:solidFill>
              </a:defRPr>
            </a:pPr>
            <a:r>
              <a:t>Obrigado!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206240"/>
            <a:ext cx="27432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635</Words>
  <Application>Microsoft Office PowerPoint</Application>
  <PresentationFormat>Apresentação na tela (4:3)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 Melo de Oliveira | GND Construções</cp:lastModifiedBy>
  <cp:revision>3</cp:revision>
  <dcterms:created xsi:type="dcterms:W3CDTF">2013-01-27T09:14:16Z</dcterms:created>
  <dcterms:modified xsi:type="dcterms:W3CDTF">2025-12-02T23:16:59Z</dcterms:modified>
  <cp:category/>
</cp:coreProperties>
</file>